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4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B61DC72-C682-45A6-A2A7-8C57E4F8E347}" type="datetime1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5AC5364-3771-4DA5-94A1-0BCFA494FE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9308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A9394E-A829-4B5F-BB05-E92EC72CC50C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ADD3C7-09A3-4FAE-BEB8-19FEF1926070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CADD3C7-09A3-4FAE-BEB8-19FEF192607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35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ACB4CC-7D1C-407B-A6FB-67330FB6A409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8B22D4-B538-4C6F-AB4E-5819E23F43A2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716EC5-DD3A-4E8C-8E0F-BB058638C204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DCCEED-2C8B-4F10-ACB1-CEBF12A2A009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FB33A3-67BD-4BAE-BA95-898059FDCF51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A91B9-AC70-4C49-95C7-BB7F44B56DC3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30F7AC-C990-479B-A7F2-EB4B16066487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3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A70BF6-2AA0-46BA-81E8-7B82E59459C8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D4E6A2-B708-46C5-8C9D-EEB4ACE51727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6401A6-3BF0-467F-8A7F-A300FFDF7F44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81A9CA-1167-4091-A129-914814FD32A3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texte 3"/>
          <p:cNvSpPr>
            <a:spLocks noGrp="1"/>
          </p:cNvSpPr>
          <p:nvPr>
            <p:ph type="body" sz="half" idx="14" hasCustomPrompt="1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rtl="0"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60C6C6-3EA9-43F4-A446-E84B2B4C443C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Zone de texte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“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F4F9F7-C9A0-4ADC-BD7C-7B6A6EA117BF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6105B2-D548-48C3-80DF-5687260AB8B5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1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19" name="Connecteur droit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02455B-86CD-4B25-ADBF-CF0EBF544EB5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743C89-8540-4F82-AE61-A634491E1187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6CCDE-5DBD-4916-A376-E333CCEA63D9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e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 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AA287FD1-05F2-4B10-8F42-7090AAC19D31}" type="datetime1">
              <a:rPr lang="fr-FR" noProof="0" smtClean="0"/>
              <a:t>12/01/2026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E29227B-4703-4DAD-A51E-EBA7FE3BC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l="4365" t="23391" r="472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A42F1FE-7C96-4161-95B9-B9C1C5193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908" y="750799"/>
            <a:ext cx="9980593" cy="3329581"/>
          </a:xfrm>
        </p:spPr>
        <p:txBody>
          <a:bodyPr rtlCol="0">
            <a:normAutofit/>
          </a:bodyPr>
          <a:lstStyle/>
          <a:p>
            <a:pPr algn="ctr"/>
            <a:r>
              <a:rPr lang="fr-FR" sz="5400" dirty="0">
                <a:effectLst/>
              </a:rPr>
              <a:t>Application Web de Gestion des Événements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525207-C54B-46FA-899C-064FCA594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896" y="4329145"/>
            <a:ext cx="8825658" cy="861420"/>
          </a:xfrm>
        </p:spPr>
        <p:txBody>
          <a:bodyPr rtlCol="0">
            <a:normAutofit/>
          </a:bodyPr>
          <a:lstStyle/>
          <a:p>
            <a:r>
              <a:rPr lang="fr-FR" dirty="0">
                <a:effectLst/>
              </a:rPr>
              <a:t>Projet HTML – CSS – JavaScript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9A7EA34-FBAE-4003-8C30-FC0150FAEC40}"/>
              </a:ext>
            </a:extLst>
          </p:cNvPr>
          <p:cNvSpPr txBox="1"/>
          <p:nvPr/>
        </p:nvSpPr>
        <p:spPr>
          <a:xfrm>
            <a:off x="466164" y="5099858"/>
            <a:ext cx="61677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Présenté par :</a:t>
            </a:r>
          </a:p>
          <a:p>
            <a:endParaRPr lang="fr-FR" dirty="0"/>
          </a:p>
          <a:p>
            <a:r>
              <a:rPr lang="fr-FR" dirty="0">
                <a:effectLst/>
              </a:rPr>
              <a:t>SIDQY Omar</a:t>
            </a:r>
          </a:p>
          <a:p>
            <a:r>
              <a:rPr lang="fr-FR" dirty="0"/>
              <a:t>MOUSSADYKINE Akram</a:t>
            </a:r>
          </a:p>
          <a:p>
            <a:r>
              <a:rPr lang="fr-FR" dirty="0"/>
              <a:t>EL OUFIR Hassan</a:t>
            </a:r>
            <a:endParaRPr lang="fr-FR" dirty="0">
              <a:effectLst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527AA44-6DA4-4986-A688-D418E3A53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0803"/>
            <a:ext cx="21431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9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A21783-B563-43E6-9667-78AA5C8A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effectLst/>
              </a:rPr>
              <a:t>Objectifs du projet</a:t>
            </a:r>
            <a:br>
              <a:rPr lang="fr-FR" u="sng" dirty="0">
                <a:effectLst/>
              </a:rPr>
            </a:br>
            <a:endParaRPr lang="fr-FR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F7B132-AAC4-401E-8E9B-E7E2821BB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9547" y="1357897"/>
            <a:ext cx="926247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Créer une application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monopage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gestion d’événements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Fonctionnalités CRUD complètes (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Read, Update,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Stockage persistant côté client (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simple, responsive et professionnelle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Travail en équipe équilibré entre 3 étudiants </a:t>
            </a:r>
          </a:p>
        </p:txBody>
      </p:sp>
    </p:spTree>
    <p:extLst>
      <p:ext uri="{BB962C8B-B14F-4D97-AF65-F5344CB8AC3E}">
        <p14:creationId xmlns:p14="http://schemas.microsoft.com/office/powerpoint/2010/main" val="311738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D878B1-9F57-451D-9149-FE55070A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effectLst/>
              </a:rPr>
              <a:t>Fonctionnalités principales</a:t>
            </a:r>
            <a:br>
              <a:rPr lang="fr-FR" u="sng" dirty="0">
                <a:effectLst/>
              </a:rPr>
            </a:br>
            <a:endParaRPr lang="fr-FR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31A3DA-B66E-454C-9BB7-88FC65F473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6417" y="1853248"/>
            <a:ext cx="54200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 d’un événement (formulaire complet)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Affichage dynamique dans un tableau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Modification (remplir formulaire automatiquement)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Suppression avec confirmation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Persistance des données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 contre XSS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escapeHtml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latéral  </a:t>
            </a:r>
          </a:p>
        </p:txBody>
      </p:sp>
    </p:spTree>
    <p:extLst>
      <p:ext uri="{BB962C8B-B14F-4D97-AF65-F5344CB8AC3E}">
        <p14:creationId xmlns:p14="http://schemas.microsoft.com/office/powerpoint/2010/main" val="223316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195CD5-9A27-4C3F-A714-28DEF12A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effectLst/>
              </a:rPr>
              <a:t>Technologies et outils</a:t>
            </a:r>
            <a:br>
              <a:rPr lang="fr-FR" u="sng" dirty="0">
                <a:effectLst/>
              </a:rPr>
            </a:br>
            <a:endParaRPr lang="fr-FR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933470-A9E2-4BBD-AC8B-8AA98142F2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581000"/>
            <a:ext cx="749115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Structure de la page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Design, responsive,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Flexbox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variables CSS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ES6+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Logique complète (classes,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DOM)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Stockage persistant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Inter (Google Fonts)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Palette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Gris neutre + bleu marine (professionnel) </a:t>
            </a:r>
          </a:p>
        </p:txBody>
      </p:sp>
    </p:spTree>
    <p:extLst>
      <p:ext uri="{BB962C8B-B14F-4D97-AF65-F5344CB8AC3E}">
        <p14:creationId xmlns:p14="http://schemas.microsoft.com/office/powerpoint/2010/main" val="294643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20334-1C04-422D-9EEC-93731ACF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effectLst/>
              </a:rPr>
              <a:t>Architecture JavaScript</a:t>
            </a:r>
            <a:br>
              <a:rPr lang="fr-FR" u="sng" dirty="0">
                <a:effectLst/>
              </a:rPr>
            </a:br>
            <a:endParaRPr lang="fr-FR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FAF1FE-0106-4466-A2DA-5944CE97D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3409" y="2636131"/>
            <a:ext cx="457849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I_Une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seule classe :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EventManager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II_Méthodes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principales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charge données + vérifie DOM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init() → branche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affichage initial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displayEvents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reconstruit le tableau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8D8179-06E4-4149-BB51-D81E3D65C7A7}"/>
              </a:ext>
            </a:extLst>
          </p:cNvPr>
          <p:cNvSpPr txBox="1"/>
          <p:nvPr/>
        </p:nvSpPr>
        <p:spPr>
          <a:xfrm>
            <a:off x="6580096" y="2973428"/>
            <a:ext cx="53429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handleSubmit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ajoute ou modifie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editEvent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/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deleteEvent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actions boutons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saveEvents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JSON.stringify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escapeHtml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sécurité</a:t>
            </a:r>
          </a:p>
        </p:txBody>
      </p:sp>
    </p:spTree>
    <p:extLst>
      <p:ext uri="{BB962C8B-B14F-4D97-AF65-F5344CB8AC3E}">
        <p14:creationId xmlns:p14="http://schemas.microsoft.com/office/powerpoint/2010/main" val="955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C6332-6D5E-4D4D-B600-A1C9247C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Démonstration</a:t>
            </a:r>
            <a:r>
              <a:rPr lang="fr-FR" dirty="0"/>
              <a:t>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D944409-D10A-43EF-B67B-38A2F1B66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962" y="1747838"/>
            <a:ext cx="2888347" cy="4195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144BFC3-4299-4EC1-BA68-22B73B49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59" y="2017059"/>
            <a:ext cx="6333187" cy="35220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1649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915478-AF84-4E4D-BFC5-E426FEEF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effectLst/>
              </a:rPr>
              <a:t>Points forts et difficultés</a:t>
            </a:r>
            <a:br>
              <a:rPr lang="fr-FR" u="sng" dirty="0">
                <a:effectLst/>
              </a:rPr>
            </a:br>
            <a:endParaRPr lang="fr-FR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91C734-69A7-4CE2-809A-A26E0B2E4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95" y="2788024"/>
            <a:ext cx="5378170" cy="2599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effectLst/>
              </a:rPr>
              <a:t>Points forts</a:t>
            </a:r>
            <a:r>
              <a:rPr lang="fr-FR" dirty="0">
                <a:effectLst/>
              </a:rPr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Code organisé et commenté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Gestion des erreurs (vérifications DOM)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Responsive efficace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Design professionnel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8D729F-E920-4EEE-8DFB-C33C94D3661F}"/>
              </a:ext>
            </a:extLst>
          </p:cNvPr>
          <p:cNvSpPr txBox="1"/>
          <p:nvPr/>
        </p:nvSpPr>
        <p:spPr>
          <a:xfrm>
            <a:off x="6230470" y="290146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effectLst/>
              </a:rPr>
              <a:t>Difficultés rencontrées</a:t>
            </a:r>
            <a:r>
              <a:rPr lang="fr-FR" dirty="0">
                <a:effectLst/>
              </a:rPr>
              <a:t> :</a:t>
            </a:r>
          </a:p>
          <a:p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Événements non affichés → corrigé avec </a:t>
            </a:r>
            <a:r>
              <a:rPr lang="fr-FR" dirty="0" err="1"/>
              <a:t>displayEvents</a:t>
            </a:r>
            <a:r>
              <a:rPr lang="fr-FR" dirty="0"/>
              <a:t>() initial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Responsive tableau → transformé en cartes mobiles</a:t>
            </a:r>
          </a:p>
        </p:txBody>
      </p:sp>
    </p:spTree>
    <p:extLst>
      <p:ext uri="{BB962C8B-B14F-4D97-AF65-F5344CB8AC3E}">
        <p14:creationId xmlns:p14="http://schemas.microsoft.com/office/powerpoint/2010/main" val="2051969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29154C-1670-429A-81D9-DF924283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A</a:t>
            </a:r>
            <a:r>
              <a:rPr lang="fr-FR" u="sng" dirty="0">
                <a:effectLst/>
              </a:rPr>
              <a:t>méliorations futures</a:t>
            </a:r>
            <a:br>
              <a:rPr lang="fr-FR" u="sng" dirty="0">
                <a:effectLst/>
              </a:rPr>
            </a:br>
            <a:endParaRPr lang="fr-FR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E3204B-BD1F-4C32-A58F-2897ED9D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2115671"/>
            <a:ext cx="5557465" cy="2447364"/>
          </a:xfrm>
        </p:spPr>
        <p:txBody>
          <a:bodyPr>
            <a:normAutofit/>
          </a:bodyPr>
          <a:lstStyle/>
          <a:p>
            <a:r>
              <a:rPr lang="fr-FR" b="1" dirty="0">
                <a:effectLst/>
              </a:rPr>
              <a:t>Améliorations possibles</a:t>
            </a:r>
            <a:r>
              <a:rPr lang="fr-FR" dirty="0">
                <a:effectLst/>
              </a:rPr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Login réel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Recherche par titre/date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Tri par colonne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Export CSV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291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E68F3-7705-4204-A750-47DE2955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effectLst/>
              </a:rPr>
              <a:t>Conclusion</a:t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31039D-6106-4123-944E-38E6B8FB8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effectLst/>
              </a:rPr>
              <a:t>Ce projet nous a permis de maîtriser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Développement </a:t>
            </a:r>
            <a:r>
              <a:rPr lang="fr-FR" dirty="0" err="1"/>
              <a:t>front-end</a:t>
            </a:r>
            <a:r>
              <a:rPr lang="fr-FR" dirty="0"/>
              <a:t> dynamique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Manipulation du DOM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Stockage local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Travail en équipe équilibré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103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DF5A53-8611-41E7-BD0C-5A100081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438401"/>
            <a:ext cx="8946541" cy="4195481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>
                <a:effectLst/>
              </a:rPr>
              <a:t>L’application est fonctionnelle, esthétique et extensible. </a:t>
            </a:r>
          </a:p>
          <a:p>
            <a:pPr marL="0" indent="0" algn="ctr">
              <a:buNone/>
            </a:pPr>
            <a:endParaRPr lang="fr-FR" dirty="0">
              <a:effectLst/>
            </a:endParaRPr>
          </a:p>
          <a:p>
            <a:pPr marL="0" indent="0" algn="ctr">
              <a:buNone/>
            </a:pPr>
            <a:r>
              <a:rPr lang="fr-FR" b="1" u="sng" dirty="0">
                <a:effectLst/>
              </a:rPr>
              <a:t>Merci pour votre attention.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27828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50_TF78148557.potx" id="{E4D9B285-939F-49B2-A0A6-B67A78938CFC}" vid="{E637FD12-71D0-4358-A00E-CC714CA72DE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1FC55D3-F645-4907-9137-B16FB6054B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F30101-685D-45DE-9DB6-1F040B2FD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661AA8-FA16-4E58-B6CE-5E6FE2A0946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Ion</Template>
  <TotalTime>128</TotalTime>
  <Words>318</Words>
  <Application>Microsoft Office PowerPoint</Application>
  <PresentationFormat>Grand écran</PresentationFormat>
  <Paragraphs>91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Application Web de Gestion des Événements</vt:lpstr>
      <vt:lpstr>Objectifs du projet </vt:lpstr>
      <vt:lpstr>Fonctionnalités principales </vt:lpstr>
      <vt:lpstr>Technologies et outils </vt:lpstr>
      <vt:lpstr>Architecture JavaScript </vt:lpstr>
      <vt:lpstr>Démonstration </vt:lpstr>
      <vt:lpstr>Points forts et difficultés </vt:lpstr>
      <vt:lpstr>Améliorations futures </vt:lpstr>
      <vt:lpstr>Conclusion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Web de Gestion des Événements</dc:title>
  <dc:creator>Hassan El Oufir</dc:creator>
  <cp:lastModifiedBy>Hassan El Oufir</cp:lastModifiedBy>
  <cp:revision>6</cp:revision>
  <dcterms:created xsi:type="dcterms:W3CDTF">2026-01-12T12:08:04Z</dcterms:created>
  <dcterms:modified xsi:type="dcterms:W3CDTF">2026-01-12T15:06:55Z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